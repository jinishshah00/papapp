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9" r:id="rId2"/>
  </p:sldMasterIdLst>
  <p:notesMasterIdLst>
    <p:notesMasterId r:id="rId23"/>
  </p:notesMasterIdLst>
  <p:sldIdLst>
    <p:sldId id="259" r:id="rId3"/>
    <p:sldId id="1019" r:id="rId4"/>
    <p:sldId id="257" r:id="rId5"/>
    <p:sldId id="258" r:id="rId6"/>
    <p:sldId id="1015" r:id="rId7"/>
    <p:sldId id="1016" r:id="rId8"/>
    <p:sldId id="1034" r:id="rId9"/>
    <p:sldId id="1017" r:id="rId10"/>
    <p:sldId id="1018" r:id="rId11"/>
    <p:sldId id="1025" r:id="rId12"/>
    <p:sldId id="1027" r:id="rId13"/>
    <p:sldId id="1024" r:id="rId14"/>
    <p:sldId id="1028" r:id="rId15"/>
    <p:sldId id="1029" r:id="rId16"/>
    <p:sldId id="1030" r:id="rId17"/>
    <p:sldId id="1035" r:id="rId18"/>
    <p:sldId id="1031" r:id="rId19"/>
    <p:sldId id="1032" r:id="rId20"/>
    <p:sldId id="263" r:id="rId21"/>
    <p:sldId id="101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9966"/>
    <a:srgbClr val="B307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22C38B-136F-49F3-9A22-1BB04725A393}" v="4" dt="2022-05-26T02:03:39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0051" autoAdjust="0"/>
  </p:normalViewPr>
  <p:slideViewPr>
    <p:cSldViewPr snapToGrid="0" snapToObjects="1">
      <p:cViewPr varScale="1">
        <p:scale>
          <a:sx n="62" d="100"/>
          <a:sy n="62" d="100"/>
        </p:scale>
        <p:origin x="7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8D071-DBEB-0A45-A29C-0E76F6B5CF4D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58A4D-DFE5-CD42-8517-AAB54406A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73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58A4D-DFE5-CD42-8517-AAB54406A4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8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58A4D-DFE5-CD42-8517-AAB54406A4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92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58A4D-DFE5-CD42-8517-AAB54406A47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91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08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070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59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97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07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1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41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35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528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2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215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075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BCCDFA5-5E44-4A10-9566-1CD9EB3389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17600" y="2209800"/>
            <a:ext cx="10160000" cy="10668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32748AC-2AE3-43C0-9278-938D0E2893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3886200"/>
            <a:ext cx="10160000" cy="914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rgbClr val="993300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B1E87A0-32B5-4F5C-AD63-6BC5BE63916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69600" y="6553200"/>
            <a:ext cx="14224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DEE03EE6-F39B-433F-A18D-24E17698D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5334000"/>
            <a:ext cx="1193800" cy="63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2" name="Rectangle 6">
            <a:extLst>
              <a:ext uri="{FF2B5EF4-FFF2-40B4-BE49-F238E27FC236}">
                <a16:creationId xmlns:a16="http://schemas.microsoft.com/office/drawing/2014/main" id="{74C58747-7098-4286-ACBC-CB5CA88D15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5067" y="2625726"/>
            <a:ext cx="429684" cy="47466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18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59E1B70D-FB97-4071-8E73-375341076D4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100667" y="2625726"/>
            <a:ext cx="438151" cy="474663"/>
          </a:xfrm>
          <a:prstGeom prst="rect">
            <a:avLst/>
          </a:prstGeom>
          <a:gradFill rotWithShape="0">
            <a:gsLst>
              <a:gs pos="0">
                <a:schemeClr val="tx2"/>
              </a:gs>
              <a:gs pos="100000">
                <a:schemeClr val="tx2">
                  <a:gamma/>
                  <a:tint val="18039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18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AA914D84-6A0E-4819-B5D0-2CA852FC6EA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55651" y="3048001"/>
            <a:ext cx="563033" cy="47466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1800">
              <a:latin typeface="Arial" panose="020B0604020202020204" pitchFamily="34" charset="0"/>
            </a:endParaRP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AD559B8A-0084-4A0A-83BF-054FE23C82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48833" y="3048001"/>
            <a:ext cx="491067" cy="474663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tint val="5882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1800">
              <a:latin typeface="Arial" panose="020B0604020202020204" pitchFamily="34" charset="0"/>
            </a:endParaRP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7A938224-844C-40CE-A797-0EC31E3F17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3200" y="2974976"/>
            <a:ext cx="747184" cy="422275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1800">
              <a:latin typeface="Arial" panose="020B0604020202020204" pitchFamily="34" charset="0"/>
            </a:endParaRP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0829A5A9-435F-43B6-BD27-7BC5AD622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867" y="2438401"/>
            <a:ext cx="42333" cy="1052513"/>
          </a:xfrm>
          <a:prstGeom prst="rect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6E1EC3DC-9758-4DA4-8007-2D5F98F5294A}"/>
              </a:ext>
            </a:extLst>
          </p:cNvPr>
          <p:cNvSpPr>
            <a:spLocks noChangeArrowheads="1"/>
          </p:cNvSpPr>
          <p:nvPr/>
        </p:nvSpPr>
        <p:spPr bwMode="gray">
          <a:xfrm flipV="1">
            <a:off x="421218" y="3265489"/>
            <a:ext cx="11578167" cy="46037"/>
          </a:xfrm>
          <a:prstGeom prst="rect">
            <a:avLst/>
          </a:prstGeom>
          <a:gradFill rotWithShape="0">
            <a:gsLst>
              <a:gs pos="0">
                <a:srgbClr val="993300"/>
              </a:gs>
              <a:gs pos="100000">
                <a:srgbClr val="993300">
                  <a:gamma/>
                  <a:tint val="0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 eaLnBrk="1" hangingPunct="1"/>
            <a:endParaRPr kumimoji="1" lang="en-US" alt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736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6000" y="269632"/>
            <a:ext cx="107696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0" y="1596413"/>
            <a:ext cx="107696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40800" y="6356351"/>
            <a:ext cx="28448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79073"/>
      </p:ext>
    </p:extLst>
  </p:cSld>
  <p:clrMapOvr>
    <a:masterClrMapping/>
  </p:clrMapOvr>
  <p:transition spd="slow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39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9883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2515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01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 userDrawn="1"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 userDrawn="1"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 userDrawn="1"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58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51" r:id="rId4"/>
    <p:sldLayoutId id="2147483652" r:id="rId5"/>
    <p:sldLayoutId id="2147483653" r:id="rId6"/>
    <p:sldLayoutId id="2147483654" r:id="rId7"/>
    <p:sldLayoutId id="2147483667" r:id="rId8"/>
    <p:sldLayoutId id="2147483668" r:id="rId9"/>
    <p:sldLayoutId id="2147483655" r:id="rId10"/>
    <p:sldLayoutId id="2147483656" r:id="rId11"/>
    <p:sldLayoutId id="2147483657" r:id="rId12"/>
    <p:sldLayoutId id="2147483671" r:id="rId13"/>
    <p:sldLayoutId id="2147483672" r:id="rId14"/>
    <p:sldLayoutId id="214748367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 userDrawn="1"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 userDrawn="1"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4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6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BABFF71A-9462-E323-E2A9-B80A43D42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COEN 275 Object-Oriented Analysis, Design and Programming </a:t>
            </a: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 Project Presentation</a:t>
            </a: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A05D6-9FBB-1883-D03B-870EB5CACD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166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C05AF-69F4-4046-8FF1-078C08332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2209" y="3359217"/>
            <a:ext cx="10878797" cy="2908233"/>
          </a:xfrm>
        </p:spPr>
        <p:txBody>
          <a:bodyPr>
            <a:normAutofit/>
          </a:bodyPr>
          <a:lstStyle/>
          <a:p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/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Jinish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Shah</a:t>
            </a:r>
          </a:p>
          <a:p>
            <a:pPr lvl="1" algn="just"/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Tishyaketu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Deshpande</a:t>
            </a:r>
          </a:p>
          <a:p>
            <a:pPr lvl="1"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Pooja Korani</a:t>
            </a:r>
          </a:p>
          <a:p>
            <a:pPr lvl="1"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Siddhant Tripathi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D6D51-D54F-4DAA-A900-9165601D34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77864" y="6654800"/>
            <a:ext cx="3873500" cy="229728"/>
          </a:xfrm>
        </p:spPr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B88D97-0B2C-4F9B-A63E-25855290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58" y="2712646"/>
            <a:ext cx="10417284" cy="51995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PapApp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Pet Adoption Platform</a:t>
            </a:r>
            <a:b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Connecting pet shelters with adopters seamlessly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41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apApp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platform that connects pet shelters with potential adopters.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Facilitates online pet adoption through a user-friendly interface.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Streamline the adoption process for shelters and adopters.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Registration and Authentication: Secure user accounts.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 Listings: Detailed pet profiles with pictures and medical history.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and Filter: Find pets by breed, age, size, or location.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Adoption Process: Inquire, apply, and schedule visits.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Chatbot: Real-time messaging with shelter staff.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 Care Resources: Training tips and adoption guidelines.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B88D97-0B2C-4F9B-A63E-25855290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C05AF-69F4-4046-8FF1-078C08332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156059"/>
            <a:ext cx="10417284" cy="409869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platform supports two user types: Shelter Admins to manage pet listings and Adopters to search for and adopt pets.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 and security are managed using encrypted passwords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bcrypt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JWT-based tokens for secure login sessions.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Adopters can search for pets using filters like location, breed, age, and size, with real-time updates managed by Shelter Admins.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Adoption requests follow a structured flow, allowing admins to accept, decline, or reschedule requests, with statuses updated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chatbot facilitates real-time communication between adopters and shelter staff, limited to listed pets.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is designed for scalability, supporting up to 10,000 concurrent users, with responsive design for seamless use on desktops and mobile devices.</a:t>
            </a:r>
          </a:p>
          <a:p>
            <a:pPr marL="457200" lvl="1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4526D-AEFF-85AA-C791-BB4E59253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79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C05AF-69F4-4046-8FF1-078C08332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2209" y="1384419"/>
            <a:ext cx="10878797" cy="4883032"/>
          </a:xfrm>
        </p:spPr>
        <p:txBody>
          <a:bodyPr>
            <a:normAutofit/>
          </a:bodyPr>
          <a:lstStyle/>
          <a:p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Actors: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Shelter Admin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Manages pet listings and adoption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Searches for pets, submits adoption requests, communicates with shelters.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Cases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Pet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Admin uploads details of pets for adoption.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Adopt Pet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Adopter sends a request and schedules visits.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Direct communication between adopters and shelter staff.</a:t>
            </a:r>
          </a:p>
          <a:p>
            <a:endParaRPr lang="en-US" altLang="en-US" dirty="0"/>
          </a:p>
          <a:p>
            <a:pPr lvl="1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D6D51-D54F-4DAA-A900-9165601D34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77864" y="6654800"/>
            <a:ext cx="3873500" cy="229728"/>
          </a:xfrm>
        </p:spPr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B88D97-0B2C-4F9B-A63E-25855290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965" y="737091"/>
            <a:ext cx="10417284" cy="519958"/>
          </a:xfrm>
        </p:spPr>
        <p:txBody>
          <a:bodyPr>
            <a:normAutofit fontScale="90000"/>
          </a:bodyPr>
          <a:lstStyle/>
          <a:p>
            <a:r>
              <a:rPr lang="en-US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1938852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 React.js for dynamic user interface.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Backend: Node.js and Express.js for server-side logic.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Database: MongoDB for storing user and pet data.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Authentication: JSON Web Tokens (JWT) for security.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Chatbot Integration: AI-driven real-time assistance.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C05AF-69F4-4046-8FF1-078C08332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2209" y="1384418"/>
            <a:ext cx="10878797" cy="5473581"/>
          </a:xfrm>
        </p:spPr>
        <p:txBody>
          <a:bodyPr>
            <a:normAutofit/>
          </a:bodyPr>
          <a:lstStyle/>
          <a:p>
            <a:pPr algn="l"/>
            <a:endParaRPr lang="en-US" b="0" i="0" dirty="0">
              <a:solidFill>
                <a:srgbClr val="424242"/>
              </a:solidFill>
              <a:effectLst/>
              <a:latin typeface="-apple-system"/>
            </a:endParaRPr>
          </a:p>
          <a:p>
            <a:pPr algn="l"/>
            <a:endParaRPr lang="en-US" b="0" i="0" dirty="0">
              <a:solidFill>
                <a:srgbClr val="424242"/>
              </a:solidFill>
              <a:effectLst/>
              <a:latin typeface="-apple-system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D6D51-D54F-4DAA-A900-9165601D34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77864" y="6654800"/>
            <a:ext cx="3873500" cy="229728"/>
          </a:xfrm>
        </p:spPr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B88D97-0B2C-4F9B-A63E-25855290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965" y="737091"/>
            <a:ext cx="10417284" cy="51995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FB76A35-A648-AE6A-5DE5-0B6E591B2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994" y="398332"/>
            <a:ext cx="1169292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Attributes: name, email, password.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matchPassword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 save().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Attributes: name, breed, age,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medicalHistory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Associations: Linked to Shelter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AdoptionRequest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AdoptionRequest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Attributes: status, schedule.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Links: Adopter ↔ Pet.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ChatBot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chatHistory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userQueries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43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C05AF-69F4-4046-8FF1-078C08332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2209" y="1384419"/>
            <a:ext cx="10878797" cy="4883032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Encapsulation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password encryption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bcrypt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JWT-based token management encapsulated in generateToken.js.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Inheritance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Mongoose schemas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UserSchema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use shared features like timestamps.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Polymorphism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supports multiple HTTP methods (GET, POST, PUT).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Middleware abstracts authentication (authMiddleware.js).</a:t>
            </a:r>
          </a:p>
          <a:p>
            <a:pPr marL="914400" lvl="2" indent="0">
              <a:buNone/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D6D51-D54F-4DAA-A900-9165601D34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77864" y="6654800"/>
            <a:ext cx="3873500" cy="229728"/>
          </a:xfrm>
        </p:spPr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B88D97-0B2C-4F9B-A63E-25855290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965" y="737091"/>
            <a:ext cx="10417284" cy="519958"/>
          </a:xfrm>
        </p:spPr>
        <p:txBody>
          <a:bodyPr>
            <a:normAutofit fontScale="90000"/>
          </a:bodyPr>
          <a:lstStyle/>
          <a:p>
            <a:r>
              <a:rPr lang="en-US" dirty="0"/>
              <a:t>OO Concepts</a:t>
            </a:r>
          </a:p>
        </p:txBody>
      </p:sp>
    </p:spTree>
    <p:extLst>
      <p:ext uri="{BB962C8B-B14F-4D97-AF65-F5344CB8AC3E}">
        <p14:creationId xmlns:p14="http://schemas.microsoft.com/office/powerpoint/2010/main" val="2471158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2EDC3D-063E-4CD0-8BBC-D75B28C2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58" y="700740"/>
            <a:ext cx="10417284" cy="683217"/>
          </a:xfrm>
        </p:spPr>
        <p:txBody>
          <a:bodyPr/>
          <a:lstStyle/>
          <a:p>
            <a:r>
              <a:rPr lang="en-US" dirty="0"/>
              <a:t>Class diagram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659047-44DC-4CAA-91AA-07E834B304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D7F2B-650A-2540-A6E6-BFB82C4D3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2019300"/>
            <a:ext cx="1099693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52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16ED-338B-A594-E0AD-A0376D5F4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BF687E-2268-AE91-06D7-51918675D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6625" y="2682240"/>
            <a:ext cx="10417175" cy="200844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BC143-4E8F-96ED-21FC-9457B60327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582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B88D97-0B2C-4F9B-A63E-25855290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4720705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C05AF-69F4-4046-8FF1-078C08332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en-US" dirty="0"/>
          </a:p>
          <a:p>
            <a:pPr lvl="1"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3B6A8-641F-BC1F-C283-2276A20D32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59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DCBE65-912D-4B71-BD1D-EF93462BE0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64C2B-B088-09C2-213B-2C2849451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95" y="866274"/>
            <a:ext cx="5412606" cy="56404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29B49D-EEBD-71F5-7BDF-FCA69AEDF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66274"/>
            <a:ext cx="5675698" cy="56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58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5649F-A757-4587-A80B-0E5152CD50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684E85-6F17-D7CE-F3D2-01DDE1C9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85" y="895149"/>
            <a:ext cx="5711815" cy="55730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A53592-A9C1-B35D-FD8B-8B5F0F869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69192"/>
            <a:ext cx="5964455" cy="557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84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861EB-B990-403C-90AE-D4D1BBFE2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0A953C-2EDA-2CEB-900E-349A80991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76" y="0"/>
            <a:ext cx="119006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91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1FD413B-B011-61D3-C458-9F00FCF1DDA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144" b="2144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30F71-60D4-A5B9-30D6-1EB7CA654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012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65157-5413-4933-A0F1-39827B2F0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C5CDEDB-44D9-6045-503D-7A6660A5E93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022" b="12022"/>
          <a:stretch/>
        </p:blipFill>
        <p:spPr>
          <a:xfrm>
            <a:off x="936515" y="956441"/>
            <a:ext cx="11123939" cy="5342759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A703C0-7418-8FD7-D6FA-E9F94CA9F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15" y="3597419"/>
            <a:ext cx="11123939" cy="270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94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9E2FED-A391-005D-DB7B-47E12E61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51C578-27C2-88B6-3A3F-8E8EA49FD9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E1A35E4-B6F1-3799-0FE6-60ED0E010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57160" y="2120113"/>
            <a:ext cx="10196639" cy="413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330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Application: Expand accessibility with mobile support.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Analytics: Track user engagement and improve services.</a:t>
            </a: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Community Features: Introduce forums and social interaction.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CD7C-D31C-4539-AA93-0AECDE8A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C05AF-69F4-4046-8FF1-078C08332D9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312863" y="1384300"/>
            <a:ext cx="10879137" cy="4883150"/>
          </a:xfrm>
        </p:spPr>
        <p:txBody>
          <a:bodyPr>
            <a:normAutofit/>
          </a:bodyPr>
          <a:lstStyle/>
          <a:p>
            <a:endParaRPr lang="en-US" alt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68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C_0618_PresentationTemplate" id="{A843C71D-CC94-D44C-A351-0F45B2EBBCAA}" vid="{51B4CF40-D6F1-4F49-8E86-A25009FA316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C_0618_PresentationTemplate" id="{A843C71D-CC94-D44C-A351-0F45B2EBBCAA}" vid="{4596CD6F-A5C3-6442-8B99-8BFED413154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UMC_0618_PresentationTemplate</Template>
  <TotalTime>19116</TotalTime>
  <Words>549</Words>
  <Application>Microsoft Office PowerPoint</Application>
  <PresentationFormat>Widescreen</PresentationFormat>
  <Paragraphs>84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-apple-system</vt:lpstr>
      <vt:lpstr>Arial</vt:lpstr>
      <vt:lpstr>Arial Narrow</vt:lpstr>
      <vt:lpstr>Calibri</vt:lpstr>
      <vt:lpstr>Garamond</vt:lpstr>
      <vt:lpstr>Wingdings</vt:lpstr>
      <vt:lpstr>Office Theme</vt:lpstr>
      <vt:lpstr>Custom Design</vt:lpstr>
      <vt:lpstr>COEN 275 Object-Oriented Analysis, Design and Programming   Final Project Presentation   </vt:lpstr>
      <vt:lpstr>PapApp: Pet Adoption Platform  Connecting pet shelters with adopters seamlessly </vt:lpstr>
      <vt:lpstr>Introduction</vt:lpstr>
      <vt:lpstr>Core Functionalities</vt:lpstr>
      <vt:lpstr>Assumptions</vt:lpstr>
      <vt:lpstr>Use cases</vt:lpstr>
      <vt:lpstr>Technical Architecture</vt:lpstr>
      <vt:lpstr>Classes</vt:lpstr>
      <vt:lpstr>OO Concepts</vt:lpstr>
      <vt:lpstr>Class diagram</vt:lpstr>
      <vt:lpstr>Use case Diagram</vt:lpstr>
      <vt:lpstr>                         Class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 Page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COEN 275 Object-Oriented Analysis, Design and Programming  (4 units)</dc:title>
  <dc:creator>Paddu Melanahalli (pmelanah)</dc:creator>
  <cp:lastModifiedBy>Pooja Korani</cp:lastModifiedBy>
  <cp:revision>16</cp:revision>
  <dcterms:created xsi:type="dcterms:W3CDTF">2021-12-15T20:02:55Z</dcterms:created>
  <dcterms:modified xsi:type="dcterms:W3CDTF">2024-11-23T03:07:51Z</dcterms:modified>
</cp:coreProperties>
</file>